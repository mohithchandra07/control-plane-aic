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EA5E9"/>
                </a:solidFill>
                <a:latin typeface="Calibri"/>
              </a:defRPr>
            </a:pPr>
            <a:r>
              <a:t>ControlPlane.ai</a:t>
            </a:r>
          </a:p>
          <a:p>
            <a:pPr>
              <a:spcBef>
                <a:spcPts val="1000"/>
              </a:spcBef>
              <a:defRPr sz="2200">
                <a:solidFill>
                  <a:srgbClr val="F1F5F9"/>
                </a:solidFill>
                <a:latin typeface="Calibri"/>
              </a:defRPr>
            </a:pPr>
            <a:r>
              <a:t>Enterprise AI Governance, Responsible Agent Security &amp; Safety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Submission Track: Accenture Innovation Challenge 2026 — Prototype Development</a:t>
            </a:r>
            <a:br/>
            <a:r>
              <a:t>Repository: github.com/MohithChandra07/Control-Plane-AIC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Executive Summary: The Enterprise AI Trust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The Problem &amp; Vulnerabilities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Unmonitored LLM Output: Hallucinated claims cause direct financial loss (e.g. false refund promises).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Rogue Tool Execution: Tainted conversational claims trigger downstream transactional API calls (money transfers, DB overwrites).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Data Leakage &amp; PII: Exposure of sensitive user info violating GDPR/HIPAA.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Regulatory Pressure: EU AI Act &amp; NIST AI RMF mandate verifiable audit trails and human oversight.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The ControlPlane Solution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Inline Governance Gateway: Sits transparently between applications and LLMs (OpenAI compatible).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Adaptive Scrutiny: Multi-tier inspection balancing cost, latency, and rigorous verification.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Multi-Turn Taint Tracking: Blocks tool calls derived from unverified earlier conversation claims.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Surgical Remediation: Redacts, hedges, or cites per-claim rather than blocking entire responses.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Immutable Audit Ledger: Cryptographically hash-chained transaction logs for complete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System Architecture: End-to-End Governance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1. Request Interception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OpenAI-compatible drop-in gateway endpoint (/v1/chat/completions) with tenant header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Adaptive Scrutiny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Tier 0 cheap heuristic pre-filter → Tier 1 claim verification &amp; regex PII scanner.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3. Policy &amp; Remediation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Per-claim surgical remediation (Hedge, Redact, Escalate) &amp; live risk appetite slider.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4. Taint &amp; Tool Gating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Intercepts high-risk tool calls (e.g. issue_refund) if inputs rely on unverified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Empirical Validation &amp; Benchmark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169 / 169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Automated Tests Passing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100% test suite pass rate covering all integration scenes.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10,000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Synthetic Interactions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Replayed in ~100s, verifying high-throughput audit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3AED"/>
                </a:solidFill>
              </a:defRPr>
            </a:pPr>
            <a:r>
              <a:t>&lt; 0.05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ECE Calibration Error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Expected Calibration Error measured on synthetic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3 Policies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Per-Tenant Multi-Tenancy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Different outcomes enforced for Support, Copilot, Regulated.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Market Opportunity &amp; 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$35B Enterprise AI TRiSM TAM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SaaS Gateway Pricing: Token-volume base + monthly managed tenant subscription.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Enterprise License: On-Prem/VPC flat license per gateway node.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Accenture Synergy: Integrated asset for Accenture AI Advisory &amp; Transformation projects.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Target Verticals: Banking, Healthcare, Customer Service, Public Sector.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Financial Forecast (3-Year)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Year 1: 15 Enterprise Clients | $1.2M ARR (78% Gross Margin)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Year 2: 60 Enterprise Clients | $5.8M ARR (82% Gross Margin)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Year 3: 220 Enterprise Clients | $24.5M ARR (86% Gross Margin)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Key Cost Drivers: Low infrastructure overhead due to lightweight Tier 0 pre-filtering.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Calibri"/>
              </a:defRPr>
            </a:pPr>
            <a:r>
              <a:t>Project Team &amp; Contributors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Mohith Chandra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Team Lead &amp; Core Engineer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Designed overall architecture, built inline gateway proxy, dynamic risk control interface, and cryptographic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Monal Gupta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Core NLP &amp; Fullstack Developer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Implemented claim verification algorithms, PII scanner, React control console, and email notification integrations.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Veda Vikas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System Architect &amp; Developer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Designed database schema, tool-call gating mechanism, policy loading engines, and automated test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